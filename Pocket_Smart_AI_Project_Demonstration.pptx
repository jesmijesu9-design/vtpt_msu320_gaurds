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548640"/>
            <a:ext cx="2286000" cy="2286000"/>
          </a:xfrm>
          <a:prstGeom prst="ellipse">
            <a:avLst/>
          </a:prstGeom>
          <a:solidFill>
            <a:srgbClr val="2D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1828800"/>
            <a:ext cx="1645920" cy="1645920"/>
          </a:xfrm>
          <a:prstGeom prst="ellipse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834640"/>
            <a:ext cx="1097280" cy="1097280"/>
          </a:xfrm>
          <a:prstGeom prst="ellipse">
            <a:avLst/>
          </a:prstGeom>
          <a:solidFill>
            <a:srgbClr val="558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7498079" cy="8229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POCKET SMART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68580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2500" b="0">
                <a:solidFill>
                  <a:srgbClr val="B4D0FF"/>
                </a:solidFill>
                <a:latin typeface="Aptos"/>
              </a:defRPr>
            </a:pPr>
            <a:r>
              <a:t>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6675120" cy="10972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A compact AI assistant concept for helping users get information, ideas, and task support from one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9601200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200" b="0">
                <a:solidFill>
                  <a:srgbClr val="D2DCEE"/>
                </a:solidFill>
                <a:latin typeface="Aptos"/>
              </a:defRPr>
            </a:pPr>
            <a:r>
              <a:t>Presented by: [Your Name]  |  Department: [Department]  |  Guide: [Guide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96012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100" b="0">
                <a:solidFill>
                  <a:srgbClr val="D2DCEE"/>
                </a:solidFill>
                <a:latin typeface="Aptos"/>
              </a:defRPr>
            </a:pPr>
            <a:r>
              <a:t>Replace bracketed fields and update features to match your actual implementation.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Introduce the problem and the Pocket Smart AI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Pocket Smart AI is presented as an AI assistant that supports users through a simple interface.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It aims to make common information-seeking and productivity tasks easier.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The exact capabilities should reflect the features implemented in your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What user need does the project address?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Users may need to switch between multiple tools to ask questions, draft content, or get quick guidance.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New users may find complex AI tools difficult to navigate.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Pocket Smart AI focuses on a clear, accessible experience for everyday assistance.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Provide a straightforward interface for submitting user requests.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Display AI-generated responses in a readable conversation view.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Handle empty input, loading states, errors, and retry actions clearly.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Consider privacy, responsible use, and response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Replace this conceptual flow with your actual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User interface: web, mobile, or desktop client [specify platform].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Request handling: application logic and API layer [specify framework].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AI service/model: [specify provider or model, if used].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Data storage and authentication: [specify only if implemented].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Fill in technologies actually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Frontend: [React / Flutter / Android / other].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Backend: [Python / Node.js / Java / other].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AI integration: [model/API/provider].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Database and hosting: [database / deployment platform].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Demonstrate only features that work in your current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Prompt or question input and response display.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Conversation history or session management [if implemented].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Copy, clear, retry, or regenerate actions [if implemented].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Voice input, file upload, reminders, or personalization [only if implemented].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Live Demonstration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Suggested sequence for the live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A3241"/>
                </a:solidFill>
                <a:latin typeface="Aptos"/>
              </a:defRPr>
            </a:pPr>
            <a:r>
              <a:t>1. Open the application and explain the main screen.</a:t>
            </a:r>
          </a:p>
          <a:p>
            <a:pPr>
              <a:spcAft>
                <a:spcPts val="1500"/>
              </a:spcAft>
              <a:defRPr sz="1800">
                <a:solidFill>
                  <a:srgbClr val="2A3241"/>
                </a:solidFill>
                <a:latin typeface="Aptos"/>
              </a:defRPr>
            </a:pPr>
            <a:r>
              <a:t>2. Enter a simple prompt and submit it.</a:t>
            </a:r>
          </a:p>
          <a:p>
            <a:pPr>
              <a:spcAft>
                <a:spcPts val="1500"/>
              </a:spcAft>
              <a:defRPr sz="1800">
                <a:solidFill>
                  <a:srgbClr val="2A3241"/>
                </a:solidFill>
                <a:latin typeface="Aptos"/>
              </a:defRPr>
            </a:pPr>
            <a:r>
              <a:t>3. Show the loading state and resulting AI response.</a:t>
            </a:r>
          </a:p>
          <a:p>
            <a:pPr>
              <a:spcAft>
                <a:spcPts val="1500"/>
              </a:spcAft>
              <a:defRPr sz="1800">
                <a:solidFill>
                  <a:srgbClr val="2A3241"/>
                </a:solidFill>
                <a:latin typeface="Aptos"/>
              </a:defRPr>
            </a:pPr>
            <a:r>
              <a:t>4. Try a follow-up question to show context handling, if supported.</a:t>
            </a:r>
          </a:p>
          <a:p>
            <a:pPr>
              <a:spcAft>
                <a:spcPts val="1500"/>
              </a:spcAft>
              <a:defRPr sz="1800">
                <a:solidFill>
                  <a:srgbClr val="2A3241"/>
                </a:solidFill>
                <a:latin typeface="Aptos"/>
              </a:defRPr>
            </a:pPr>
            <a:r>
              <a:t>5. Demonstrate an error or empty-input case and explain the handling.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Sample Prompts &amp; Expected Behaviour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Use real screenshots and outputs from your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Prompt: “Summarize the benefits of a daily study plan.” — show the actual response.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Prompt: “Give me three ideas for a small project.” — show the actual response.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Invalid/empty prompt — demonstrate validation feedback.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Do not present example outputs as measured results unless you tested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Testing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Add evidence from your own test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Functional tests: input, submit, response display, clear/retry actions.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Error tests: network/API failure, timeout, malformed response, empty input.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Usability tests: readability, navigation, responsive layout, accessibility.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Record actual pass/fail status, date, device, and screenshots.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Security, Privacy &amp; Responsible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Describe safeguards that are actually in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Avoid exposing API keys in client-side code or screenshots.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Explain what conversation data is stored and how it can be deleted, if applicable.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Inform users that AI output can be inaccurate and should be checked for important decisions.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Do not claim security controls that have not been implemented or 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Separate current limitations from future ideas.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Current limitations: [response accuracy, latency, supported languages, or other observed issues].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Possible enhancements: voice interaction, multilingual support, personalization, or integrations.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Future features should be labelled as planned, not already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Conclusion &amp;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Close with outcomes and invite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Summarize the problem addressed and the working features demonstrated.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Share verified testing outcomes and known limitations.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Thank the audience and invite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3000" b="1">
                <a:solidFill>
                  <a:srgbClr val="162344"/>
                </a:solidFill>
                <a:latin typeface="Aptos"/>
              </a:defRPr>
            </a:pPr>
            <a:r>
              <a:t>Project Links &amp; Credits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051560" cy="64008"/>
          </a:xfrm>
          <a:prstGeom prst="rect">
            <a:avLst/>
          </a:prstGeom>
          <a:solidFill>
            <a:srgbClr val="1C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1400" b="0">
                <a:solidFill>
                  <a:srgbClr val="697382"/>
                </a:solidFill>
                <a:latin typeface="Aptos"/>
              </a:defRPr>
            </a:pPr>
            <a:r>
              <a:t>Complete before presenting.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429768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Repository: [GitHub or project link].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Demo URL: [deployment link, if available].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Documentation: [report/FSD link].</a:t>
            </a:r>
          </a:p>
          <a:p>
            <a:pPr>
              <a:spcAft>
                <a:spcPts val="1500"/>
              </a:spcAft>
              <a:defRPr sz="2000">
                <a:solidFill>
                  <a:srgbClr val="2A3241"/>
                </a:solidFill>
                <a:latin typeface="Aptos"/>
              </a:defRPr>
            </a:pPr>
            <a:r>
              <a:t>References, APIs, datasets, libraries, and acknowledgements: [list].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POCKET SMART AI  •  PROJECT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